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D3401-3536-1D33-3DA4-C55A884F5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A626A-4883-85B6-42FD-45F9B2497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3C854-6524-BC55-4170-94C1EC9DA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CE904-0BEF-4EE2-A952-2A6732F79AF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080CD-F110-B1BC-870F-2A902181C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63DD2-DB47-8E49-231D-7B99A549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09D62-55EE-4F74-972B-94758BE75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839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33CC2-966D-A67E-2B55-19B1EE0D8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68B4B-6CB1-9110-9569-A0F8768D0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17AF9-A13F-DF54-B0CD-77041C9E5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CE904-0BEF-4EE2-A952-2A6732F79AF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FA23D-C3D5-E404-CD92-C0357EE4D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FC450-B379-3551-B36D-88745BAF6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09D62-55EE-4F74-972B-94758BE75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742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D5535-74B4-C867-FF5C-D7B66B4A9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0C1B1-A916-B7AC-CE40-F9CC064F3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67449-48CA-34B5-3290-A2C2A281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CE904-0BEF-4EE2-A952-2A6732F79AF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0F475-D9F9-44BA-FE25-5C85C154D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3E7EE-F459-64BB-F6FB-90BCF4B43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09D62-55EE-4F74-972B-94758BE75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485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B55A4-EF39-713E-8C16-C2C973EE9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4AA06-E1C1-81EF-94A8-4BB8FC3A0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9A395-53A6-253F-ECE3-8CC0CCC98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950DD-7076-34C9-83BD-E92066B19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CE904-0BEF-4EE2-A952-2A6732F79AF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EAE0C-4560-58C1-5137-2B15844C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1E105-2C07-D0E8-3B16-996D70EB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09D62-55EE-4F74-972B-94758BE75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097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9247B-613A-970C-705F-6F06781B1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32B51-9B86-F354-6303-8722702B7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56AF9-54DE-BF83-BA8B-93EAF5503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B5EC0A-C15F-3F0F-96BC-7F04B9E41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35118-055F-A339-02B5-1701682A72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1DDE97-ED8B-62C1-F256-75F89D729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CE904-0BEF-4EE2-A952-2A6732F79AF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5852EC-EEEA-F236-FEF4-E07FAC95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20A04C-8B94-2441-53FE-F74EBE5E7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09D62-55EE-4F74-972B-94758BE75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261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B8348-7066-31DF-6E7C-1AFA02005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1A9104-1059-05E8-1D3E-87E4F4283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CE904-0BEF-4EE2-A952-2A6732F79AF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F9B28-1263-3908-1CF7-984353C12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ADA89D-6547-F923-132E-5C2C3B63E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09D62-55EE-4F74-972B-94758BE75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441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30DBBB-ABBF-86CF-503B-F7D37F4D4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CE904-0BEF-4EE2-A952-2A6732F79AF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F1A7BA-0007-3B11-C884-84C281F77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C2E43-3B26-5013-5CBD-8BC7D2ACD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09D62-55EE-4F74-972B-94758BE75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62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F77C1-5DE1-BE1D-382B-570122148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F73B5-5ACD-B158-B2EC-999DF5188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80E9E-B039-8D97-02AE-41FD22BE4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F56AD-42AE-07E7-3CF2-A237A921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CE904-0BEF-4EE2-A952-2A6732F79AF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987FC-2556-32F4-4D17-E0F8B4D6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EDB96-88F4-F040-6ACA-CBB5A1D0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09D62-55EE-4F74-972B-94758BE75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32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4318F-2732-31CF-FDA1-784C88D68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286F8E-CE99-0E19-B192-A60FA2134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96C06B-5923-E6D4-C8CA-C0ED35410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AB996-7CA1-F3B3-8071-0C2BF177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CE904-0BEF-4EE2-A952-2A6732F79AF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766D8-6173-D70D-A8C0-B58237933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BEBD9-379C-BA8C-01EB-8712AB49D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09D62-55EE-4F74-972B-94758BE75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320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B6B03-D48C-9652-50A9-960C8B832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A77A1-052D-DEF1-23B6-9B6EA45C2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93DC1-28F4-4ADD-4859-B93B9CE3B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CE904-0BEF-4EE2-A952-2A6732F79AF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61A8A-D717-1233-93EF-4FCCB3B5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15B46-DA66-9DD1-9138-F3C441DF4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09D62-55EE-4F74-972B-94758BE75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487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0283DF-A8BB-582F-5F55-E4F32831F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55C91-F407-3A20-C20C-07530A3EB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1E932-2CBE-5732-3F88-AD0719D3E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CE904-0BEF-4EE2-A952-2A6732F79AF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2C5B1-551F-E8F8-1A33-9EE33A94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04A86-85A2-44AB-A939-8D324D490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09D62-55EE-4F74-972B-94758BE75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044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4D6EA0-4392-5B5D-A2C2-9EDB0F830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F9933-BAB2-7C86-C1A1-D837CB88B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91FFC-E2A5-9AF6-4447-5492432AA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CE904-0BEF-4EE2-A952-2A6732F79AF0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904F1-8B2D-498B-BDB2-18D00452C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FD280-1EA7-2C17-52B3-3BBD02C6C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09D62-55EE-4F74-972B-94758BE75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97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FA8170-E0F2-485F-8C41-2F684B3B3353}"/>
              </a:ext>
            </a:extLst>
          </p:cNvPr>
          <p:cNvSpPr txBox="1"/>
          <p:nvPr/>
        </p:nvSpPr>
        <p:spPr>
          <a:xfrm>
            <a:off x="2967318" y="2659559"/>
            <a:ext cx="64904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Olist</a:t>
            </a:r>
            <a:r>
              <a:rPr lang="en-IN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Ecommerce PROJECT</a:t>
            </a:r>
          </a:p>
        </p:txBody>
      </p:sp>
    </p:spTree>
    <p:extLst>
      <p:ext uri="{BB962C8B-B14F-4D97-AF65-F5344CB8AC3E}">
        <p14:creationId xmlns:p14="http://schemas.microsoft.com/office/powerpoint/2010/main" val="72738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77AC93-8CEB-4831-9658-70875591FD2D}"/>
              </a:ext>
            </a:extLst>
          </p:cNvPr>
          <p:cNvSpPr/>
          <p:nvPr/>
        </p:nvSpPr>
        <p:spPr>
          <a:xfrm>
            <a:off x="5020235" y="304800"/>
            <a:ext cx="2088777" cy="62752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Datasets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EE7D0-913B-48AD-B82F-0E6B3078E7A2}"/>
              </a:ext>
            </a:extLst>
          </p:cNvPr>
          <p:cNvSpPr txBox="1"/>
          <p:nvPr/>
        </p:nvSpPr>
        <p:spPr>
          <a:xfrm>
            <a:off x="2633310" y="1742045"/>
            <a:ext cx="98791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Domain : E-Commerce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Project Name: Olist Store Analysis</a:t>
            </a:r>
          </a:p>
          <a:p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Name: Total 9 files</a:t>
            </a:r>
          </a:p>
          <a:p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Type: CSV Data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09535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78BB5C-3AC2-487C-8932-529ABA1B195B}"/>
              </a:ext>
            </a:extLst>
          </p:cNvPr>
          <p:cNvSpPr/>
          <p:nvPr/>
        </p:nvSpPr>
        <p:spPr>
          <a:xfrm>
            <a:off x="4854389" y="197223"/>
            <a:ext cx="1864658" cy="645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KPI’s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2308F-C161-4EA2-9B50-5081F8A3213D}"/>
              </a:ext>
            </a:extLst>
          </p:cNvPr>
          <p:cNvSpPr txBox="1"/>
          <p:nvPr/>
        </p:nvSpPr>
        <p:spPr>
          <a:xfrm>
            <a:off x="569259" y="1305341"/>
            <a:ext cx="112327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2F6C80-2B43-AC3E-3571-A2668906537A}"/>
              </a:ext>
            </a:extLst>
          </p:cNvPr>
          <p:cNvSpPr txBox="1"/>
          <p:nvPr/>
        </p:nvSpPr>
        <p:spPr>
          <a:xfrm>
            <a:off x="681318" y="1074508"/>
            <a:ext cx="10210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FontTx/>
              <a:buAutoNum type="arabicParenR"/>
            </a:pPr>
            <a:r>
              <a:rPr lang="en-IN" dirty="0">
                <a:latin typeface="+mj-lt"/>
              </a:rPr>
              <a:t>Weekday Vs Weekend (order_purchase_timestamp) Payment Statistics</a:t>
            </a: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r>
              <a:rPr lang="en-IN" dirty="0">
                <a:latin typeface="+mj-lt"/>
              </a:rPr>
              <a:t>Number of Orders with review score 5 and payment type as credit card.</a:t>
            </a: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r>
              <a:rPr lang="en-IN" dirty="0">
                <a:latin typeface="+mj-lt"/>
              </a:rPr>
              <a:t>Average number of days taken for order_delivered_customer_date for pet_shop</a:t>
            </a: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r>
              <a:rPr lang="en-IN" dirty="0">
                <a:latin typeface="+mj-lt"/>
              </a:rPr>
              <a:t>Average price and payment values from customers of sao paulo city</a:t>
            </a: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r>
              <a:rPr lang="en-IN" dirty="0">
                <a:latin typeface="+mj-lt"/>
              </a:rPr>
              <a:t>Relationship between shipping days (order_delivered_customer_date - order_purchase_timestamp) Vs review scores.</a:t>
            </a: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  <a:p>
            <a:pPr marL="342900" indent="-342900">
              <a:buAutoNum type="arabicParenR"/>
            </a:pP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3493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1750</TotalTime>
  <Words>102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Anand k</dc:creator>
  <cp:lastModifiedBy>Rohit</cp:lastModifiedBy>
  <cp:revision>7</cp:revision>
  <dcterms:created xsi:type="dcterms:W3CDTF">2024-05-29T04:19:56Z</dcterms:created>
  <dcterms:modified xsi:type="dcterms:W3CDTF">2026-01-03T12:21:48Z</dcterms:modified>
</cp:coreProperties>
</file>